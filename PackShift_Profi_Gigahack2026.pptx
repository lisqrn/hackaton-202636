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«Добрый день, уважаемые эксперты и жюри! Команда PackShift представляет deeptech-платформу моно-материальной пищевой упаковки. Мы разрешили ключевой парадокс материаловедения: как совместить экстремальную термостойкость в 250°C с абсолютной циркулярностью переработки по классу RecyClass A и полным отказом от токсичных PFAS.»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«Перед ритейлом Profi стоит непреодолимая трилемма. Если мы берём многослойный ламинат с клеем — он держит жир, но не перерабатывается и сжигается, создавая риски штрафов по директиве PPWR. Алюминий оставляет колоссальный след CO2. А обычные биопластики типа PLA просто плавятся уже при 55 градусах. Ни один коммерческий материал не закрывал все 3 вершины — до PackShift.»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«Наше первое научно-инженерное ядро — это модификация вторичного ПЭТ. Обычный полиэтилентерефталат при температуре стеклования 70 градусов резко теряет модуль упругости — на графике DMA видно, как он падает в ноль. Мы ввели органические нано-нуклеаторы, повысили кристалличность выше 38%, что создало стабильное термо-плато до 250 градусов. При этом материал остаётся 100% моно-ПЭТ и уходит во вторичный рециклинг без засорения линий.»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«Второе направление — биокомпозит LignoShield на основе багассы и морских водорослей. Главный бич горячей кулинарии — эффект парника: курица выделяет пар, размокает и теряет товарный вид. Мы создали ионно-сшитую мембрану альгинат-хитозан: она селективно выводит пар наружу, но держит горячий жир по высшему стандарту Kit 12 без грамма токсичных PFAS. И главное — утилизируется в обычном домашнем компосте за 60 дней.»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«Посмотрим на строгие экспериментальные данные. При 120 градусах традиционный полиэтилен полностью плавится, биопластик PLA теряет форму за 15 минут. PackShift показывает усадку менее 1.2% за 6 часов. По жизненному циклу углеродный след нашего rPET составляет всего 0.8 кг CO2 на килограмм по сравнению с 11.5 кг у алюминия. И по тесту жиростойкости TAPPI T559 мы получили максимальные 12 из 12 баллов без применения вечных химикатов PFAS.»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«Технология ценна только тогда, когда её можно быстро развернуть. Наше решение является чистым Drop-In. Мы поставляем компаунд и рулонную плёнку, которая заряжается в стандартные термоформеры Multivac или Ilpra без перенастройки матриц. Время термосварки — 1.2 секунды при стандартной температуре. Ритейлер Profi не тратит ни одного евро на закупку новых станков.»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«В экономике проекта заложен строгий реализм. На этапе масштабирования себестоимость выходит 1 к 1 с традиционной упаковкой. Но сеть сразу начинает экономить: европейский налог на неперерабатываемый пластик до 800 евро за тонну обнуляется благодаря сертификату RecyClass Grade A. Плюс отвод пара сохраняет товарный вид курицы-гриль, снижая вечерние списания кулинарии на 30%. Для 100 магазинов это почти 2 миллиона евро годового эффекта.»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«Мы пришли на хакатон не просто с идеей, а с валидированной технологией TRL 4. У нас уже отлита партия из 200 предсерийных образцов. Наш запрос к сети Profi — это не абстрактные гранты, а партнёрство: доступ к тепловым витринам на 2 недели для финального подтверждения. Мы готовы сделать Profi лидером устойчивого ритейла Европы. Спасибо за внимание, готовы к вашим вопросам!»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